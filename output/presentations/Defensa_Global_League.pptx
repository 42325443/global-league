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9f88dbbf84a06" /><Relationship Type="http://schemas.openxmlformats.org/officeDocument/2006/relationships/extended-properties" Target="/docProps/app.xml" Id="Re27192a6ac604581" /><Relationship Type="http://schemas.openxmlformats.org/officeDocument/2006/relationships/officeDocument" Target="/ppt/presentation.xml" Id="R5859495f5d074b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b54b3a5d7141ec"/>
  </p:sldMasterIdLst>
  <p:notesMasterIdLst>
    <p:notesMasterId xmlns:r="http://schemas.openxmlformats.org/officeDocument/2006/relationships" r:id="R7bc0c710de964c56"/>
  </p:notesMasterIdLst>
  <p:sldIdLst>
    <p:sldId xmlns:r="http://schemas.openxmlformats.org/officeDocument/2006/relationships" id="256" r:id="R5f5fb3222faf4474"/>
    <p:sldId xmlns:r="http://schemas.openxmlformats.org/officeDocument/2006/relationships" id="257" r:id="R54a9a1dc49d640d5"/>
    <p:sldId xmlns:r="http://schemas.openxmlformats.org/officeDocument/2006/relationships" id="258" r:id="Radd7a5fa3b0d4916"/>
    <p:sldId xmlns:r="http://schemas.openxmlformats.org/officeDocument/2006/relationships" id="259" r:id="Re955485d55bd4f27"/>
    <p:sldId xmlns:r="http://schemas.openxmlformats.org/officeDocument/2006/relationships" id="260" r:id="R9cd5d169596f4569"/>
    <p:sldId xmlns:r="http://schemas.openxmlformats.org/officeDocument/2006/relationships" id="261" r:id="Rc96ab39168194c81"/>
    <p:sldId xmlns:r="http://schemas.openxmlformats.org/officeDocument/2006/relationships" id="262" r:id="R6144be29321c4f38"/>
    <p:sldId xmlns:r="http://schemas.openxmlformats.org/officeDocument/2006/relationships" id="263" r:id="Rfa8c892188cf462f"/>
    <p:sldId xmlns:r="http://schemas.openxmlformats.org/officeDocument/2006/relationships" id="264" r:id="Ra8b7cd4f3912492c"/>
    <p:sldId xmlns:r="http://schemas.openxmlformats.org/officeDocument/2006/relationships" id="265" r:id="R1e2b3f51921c4dde"/>
    <p:sldId xmlns:r="http://schemas.openxmlformats.org/officeDocument/2006/relationships" id="266" r:id="R275694a18fe9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7fc38d24d4dc4" /><Relationship Type="http://schemas.openxmlformats.org/officeDocument/2006/relationships/slideMaster" Target="/ppt/slideMasters/slideMaster1.xml" Id="Rd8b54b3a5d7141ec" /><Relationship Type="http://schemas.openxmlformats.org/officeDocument/2006/relationships/notesMaster" Target="/ppt/notesMasters/notesMaster1.xml" Id="R7bc0c710de964c56" /><Relationship Type="http://schemas.openxmlformats.org/officeDocument/2006/relationships/presProps" Target="/ppt/presProps.xml" Id="R3703804863814af7" /><Relationship Type="http://schemas.openxmlformats.org/officeDocument/2006/relationships/tableStyles" Target="/ppt/tableStyles.xml" Id="R8bd2c07dbdc34c61" /><Relationship Type="http://schemas.openxmlformats.org/officeDocument/2006/relationships/slide" Target="/ppt/slides/slide1.xml" Id="R5f5fb3222faf4474" /><Relationship Type="http://schemas.openxmlformats.org/officeDocument/2006/relationships/slide" Target="/ppt/slides/slide2.xml" Id="R54a9a1dc49d640d5" /><Relationship Type="http://schemas.openxmlformats.org/officeDocument/2006/relationships/slide" Target="/ppt/slides/slide3.xml" Id="Radd7a5fa3b0d4916" /><Relationship Type="http://schemas.openxmlformats.org/officeDocument/2006/relationships/slide" Target="/ppt/slides/slide4.xml" Id="Re955485d55bd4f27" /><Relationship Type="http://schemas.openxmlformats.org/officeDocument/2006/relationships/slide" Target="/ppt/slides/slide5.xml" Id="R9cd5d169596f4569" /><Relationship Type="http://schemas.openxmlformats.org/officeDocument/2006/relationships/slide" Target="/ppt/slides/slide6.xml" Id="Rc96ab39168194c81" /><Relationship Type="http://schemas.openxmlformats.org/officeDocument/2006/relationships/slide" Target="/ppt/slides/slide7.xml" Id="R6144be29321c4f38" /><Relationship Type="http://schemas.openxmlformats.org/officeDocument/2006/relationships/slide" Target="/ppt/slides/slide8.xml" Id="Rfa8c892188cf462f" /><Relationship Type="http://schemas.openxmlformats.org/officeDocument/2006/relationships/slide" Target="/ppt/slides/slide9.xml" Id="Ra8b7cd4f3912492c" /><Relationship Type="http://schemas.openxmlformats.org/officeDocument/2006/relationships/slide" Target="/ppt/slides/slide10.xml" Id="R1e2b3f51921c4dde" /><Relationship Type="http://schemas.openxmlformats.org/officeDocument/2006/relationships/slide" Target="/ppt/slides/slide11.xml" Id="R275694a18fe9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f636bc1264b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12b3055e464d1a" /><Relationship Type="http://schemas.openxmlformats.org/officeDocument/2006/relationships/notesMaster" Target="/ppt/notesMasters/notesMaster1.xml" Id="Rf45f4e503c8d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12973b66d48bd" /><Relationship Type="http://schemas.openxmlformats.org/officeDocument/2006/relationships/notesMaster" Target="/ppt/notesMasters/notesMaster1.xml" Id="R6b151f252b084d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0e1bc680b4a60" /><Relationship Type="http://schemas.openxmlformats.org/officeDocument/2006/relationships/notesMaster" Target="/ppt/notesMasters/notesMaster1.xml" Id="R7d9d33a9c5c94c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e972be3cc64301" /><Relationship Type="http://schemas.openxmlformats.org/officeDocument/2006/relationships/notesMaster" Target="/ppt/notesMasters/notesMaster1.xml" Id="R9e6125e11212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57682d2ff48a7" /><Relationship Type="http://schemas.openxmlformats.org/officeDocument/2006/relationships/notesMaster" Target="/ppt/notesMasters/notesMaster1.xml" Id="R99779f8d65f2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4284c9528541db" /><Relationship Type="http://schemas.openxmlformats.org/officeDocument/2006/relationships/notesMaster" Target="/ppt/notesMasters/notesMaster1.xml" Id="R5c713f9c3ac640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94a62750ce46f6" /><Relationship Type="http://schemas.openxmlformats.org/officeDocument/2006/relationships/notesMaster" Target="/ppt/notesMasters/notesMaster1.xml" Id="R50c1e14433e9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578959ff742a0" /><Relationship Type="http://schemas.openxmlformats.org/officeDocument/2006/relationships/notesMaster" Target="/ppt/notesMasters/notesMaster1.xml" Id="Rcce5aad7a6424f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9be41a28564965" /><Relationship Type="http://schemas.openxmlformats.org/officeDocument/2006/relationships/notesMaster" Target="/ppt/notesMasters/notesMaster1.xml" Id="Re4b8ff61910643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1c1640dbdd4ba1" /><Relationship Type="http://schemas.openxmlformats.org/officeDocument/2006/relationships/notesMaster" Target="/ppt/notesMasters/notesMaster1.xml" Id="R9aa09ab176174d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0def5e3b114de5" /><Relationship Type="http://schemas.openxmlformats.org/officeDocument/2006/relationships/notesMaster" Target="/ppt/notesMasters/notesMaster1.xml" Id="Raf42eade5bb2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Presentamos Global League, el proyecto de Práctica Profesionalizante de la división 2°1. El equipo está formado por Elio Albornoz, Tomás Diez y Néstor Gribaudo. Fuente: memoria del proyecto,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problema relevado es la gestión descentralizada con planillas y mensajería. La memoria señala demoras al comunicar cambios, errores al actualizar estadísticas y dificultad operativa ante la baja de un equipo. La entrevista fue realizada a un organizador de torneos. Fuente: memoria, Síntesis y Situación problemática (p. 5) y relevamiento (pp. 9–12).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Definimos Global League como una plataforma web para automatizar y administrar competencias deportivas. El proyecto plantea fútbol, básquet y vóley. En la aplicación actual, la agenda permite gestionar canchas y programar partidos; por eso el valor distintivo es conectar torneo, fixture y programación. Fuente: memoria, Síntesis/Justificación (p. 5); implementación: src/views/Calendario.jsx y backend/src/controllers/calendarioController.js.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navegación vigente tiene seis opciones: Inicio, Torneos, Equipos, Estadísticas, Árbitros y Calendario; el acceso y registro se presentan antes del área autenticada. Estadísticas es hoy una pantalla de historial con cobertura inicial y Árbitros cuenta con la vista y el asistente de alta, cuya persistencia aún debe completarse. Fuente: src/components/Navbar.jsx, src/App.jsx y las vistas src/views/Estadisticas.jsx, Arbitros.jsx y Calendario.jsx.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flujo implementado: registro/inicio de sesión, carga de equipos y jugadores, creación del torneo con selección de formato y equipos, generación del fixture y programación posterior de fechas, horarios y canchas. Fuente: src/App.jsx, src/components/EquipoWizard.jsx, src/components/TorneoWizard.jsx, backend/src/services/fixtureService.js y src/views/Calendario.jsx.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generador del backend soporta liga y eliminación directa. En la liga rota los equipos y arma jornadas; en eliminación genera rondas vinculadas y pases libres cuando el número de participantes no completa el cuadro. Los ejemplos muestran cuatro y ocho equipos para explicar el algoritmo, no resultados reales. Fuente: backend/src/services/fixtureService.js.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beneficios verificables sin prometer métricas: centralización, generación automática de cruces, programación integrada con canchas y consulta desde una única interfaz. La memoria añade como objetivos la reducción de tareas manuales y errores. Fuente: memoria, Justificación (p. 5); src/views/Torneos.jsx, src/views/Calendario.jsx y backend/src/controllers/calendarioController.js.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frontend React consume una API REST en Express/Node y el backend persiste en MySQL. Vite y Tailwind forman parte del proyecto; GitHub y Jira se usan para versionado y organización del trabajo, y la memoria identifica VS Code con GitHub Copilot como entorno de desarrollo. Fuente: package.json, backend/package.json, backend/src/index.js, database/schema.sql y memoria, herramientas (pp. 37–38 y 58–59).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memoria describe Scrum con sprints de cuatro semanas y distribución de casos de uso. Sprint 1: base e inscripciones. Sprint 2: fixtures y asignación. Sprint 3: partidos, cierre y pruebas. Roles: Elio trabaja frontend y QA; Tomás backend y arquitectura; Néstor base de datos y QA. El alcance de cada sprint es el plan documentado, no una afirmación de que todos esos módulos estén completos hoy. Fuente: memoria, Organización (p. 8), Planificación (pp. 47–49) y Metodología (p. 50).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separa el código de la especificación: hoy hay autenticación, gestión de equipos/jugadores, torneos, generación de fixtures de liga/eliminación y calendario con alta de canchas y programación. Las pantallas de Árbitros y Estadísticas son iniciales; no deben presentarse como módulos completos. La memoria documenta además actas, tablas automáticas, sanciones, bajas y notificaciones como alcance. Fuentes: src/App.jsx, src/views/Arbitros.jsx, src/views/Estadisticas.jsx, src/views/Calendario.jsx, backend/src/routes y memoria, requerimientos funcionales (pp. 11–13).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Cierre: recuperar la idea principal, una gestión conectada reemplaza parte de la coordinación dispersa y deja una base para completar el resto del alcance. Invitar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4ffd7570745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5918bb10a4b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966da0b3049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32fef524345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4858293ac41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1d6d5143f45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6E418C-D5C0-4660-8A73-11D842947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4B8D43-B0E4-4ACA-962B-EB6DBBC2F7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C8FFD9-2E5C-4CDF-B401-0798A4E07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AA9E03-3226-4AFD-88B2-CD3E8B8DD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A5E062-E63B-4DB6-8A43-167EF82646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7D33EE-BD19-4226-BB0D-9E1502C23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5A08CC-DD8B-4B88-8C2A-91F0F8F10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061469-2649-4DD9-926D-FAC522B957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6391A5-3AC0-4198-A2E6-27D7B53D9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B2A504-FFD3-4E07-B74D-76C29342B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91589333104afa" /><Relationship Type="http://schemas.openxmlformats.org/officeDocument/2006/relationships/slideLayout" Target="/ppt/slideLayouts/slideLayout1.xml" Id="R23f1d1c66d9b4d1c" /><Relationship Type="http://schemas.openxmlformats.org/officeDocument/2006/relationships/slideLayout" Target="/ppt/slideLayouts/slideLayout2.xml" Id="Rbc5fb15da90f4426" /><Relationship Type="http://schemas.openxmlformats.org/officeDocument/2006/relationships/slideLayout" Target="/ppt/slideLayouts/slideLayout3.xml" Id="R6e022c0e9af74f76" /><Relationship Type="http://schemas.openxmlformats.org/officeDocument/2006/relationships/slideLayout" Target="/ppt/slideLayouts/slideLayout4.xml" Id="R8175dc58afd04697" /><Relationship Type="http://schemas.openxmlformats.org/officeDocument/2006/relationships/slideLayout" Target="/ppt/slideLayouts/slideLayout5.xml" Id="R6a7e295767eb4a40" /><Relationship Type="http://schemas.openxmlformats.org/officeDocument/2006/relationships/slideLayout" Target="/ppt/slideLayouts/slideLayout6.xml" Id="R97b0210a5e62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1d1c66d9b4d1c"/>
    <p:sldLayoutId xmlns:r="http://schemas.openxmlformats.org/officeDocument/2006/relationships" id="2147483650" r:id="Rbc5fb15da90f4426"/>
    <p:sldLayoutId xmlns:r="http://schemas.openxmlformats.org/officeDocument/2006/relationships" id="2147483651" r:id="R6e022c0e9af74f76"/>
    <p:sldLayoutId xmlns:r="http://schemas.openxmlformats.org/officeDocument/2006/relationships" id="2147483652" r:id="R8175dc58afd04697"/>
    <p:sldLayoutId xmlns:r="http://schemas.openxmlformats.org/officeDocument/2006/relationships" id="2147483653" r:id="R6a7e295767eb4a40"/>
    <p:sldLayoutId xmlns:r="http://schemas.openxmlformats.org/officeDocument/2006/relationships" id="2147483654" r:id="R97b0210a5e62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efed014184b34" /><Relationship Type="http://schemas.openxmlformats.org/officeDocument/2006/relationships/notesSlide" Target="/ppt/notesSlides/notesSlide1.xml" Id="R88b7b2294e2a4b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2cd58d51946e0" /><Relationship Type="http://schemas.openxmlformats.org/officeDocument/2006/relationships/notesSlide" Target="/ppt/notesSlides/notesSlide2.xml" Id="R8e392010a09d47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ca905dbc84e2b" /><Relationship Type="http://schemas.openxmlformats.org/officeDocument/2006/relationships/notesSlide" Target="/ppt/notesSlides/notesSlide3.xml" Id="R7ad8ff58f6124a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61be8390c44e4" /><Relationship Type="http://schemas.openxmlformats.org/officeDocument/2006/relationships/notesSlide" Target="/ppt/notesSlides/notesSlide4.xml" Id="R9872abb6d593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3550c8aef4052" /><Relationship Type="http://schemas.openxmlformats.org/officeDocument/2006/relationships/notesSlide" Target="/ppt/notesSlides/notesSlide5.xml" Id="Rce303be485dc4d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e6d781a9a4fae" /><Relationship Type="http://schemas.openxmlformats.org/officeDocument/2006/relationships/notesSlide" Target="/ppt/notesSlides/notesSlide6.xml" Id="R1bcab16a91d9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7fa9a37c84af6" /><Relationship Type="http://schemas.openxmlformats.org/officeDocument/2006/relationships/notesSlide" Target="/ppt/notesSlides/notesSlide7.xml" Id="R156610f99e4849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45783fca14c2e" /><Relationship Type="http://schemas.openxmlformats.org/officeDocument/2006/relationships/notesSlide" Target="/ppt/notesSlides/notesSlide8.xml" Id="R84851a5466c04e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34654e8d34db7" /><Relationship Type="http://schemas.openxmlformats.org/officeDocument/2006/relationships/notesSlide" Target="/ppt/notesSlides/notesSlide9.xml" Id="Rc2c050ad8e1a4b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1aaf703e549c9" /><Relationship Type="http://schemas.openxmlformats.org/officeDocument/2006/relationships/notesSlide" Target="/ppt/notesSlides/notesSlide10.xml" Id="R75ca6c0292254d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d6f06d5be469e" /><Relationship Type="http://schemas.openxmlformats.org/officeDocument/2006/relationships/notesSlide" Target="/ppt/notesSlides/notesSlide11.xml" Id="R5b312a41d76944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76512-2622-4F18-85F5-F6EE688C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6200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67367-B991-4238-A321-EE1EDAF8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PRÁCTICA PROFESIONALIZANTE  ·  DEFENSA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2DF76E4-CD96-444A-875E-D84FBDCB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71625"/>
            <a:ext cx="7572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</a:t>
            </a:r>
          </a:p>
          <a:p xmlns:a="http://schemas.openxmlformats.org/drawingml/2006/main">
            <a:pPr algn="l"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75612-FE99-430F-9BAE-64D0DE85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E2EC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E2EC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2ECE5"/>
                </a:solidFill>
                <a:latin typeface="Arial"/>
                <a:ea typeface="Arial"/>
                <a:cs typeface="Arial"/>
              </a:rPr>
              <a:t>Gestión de torneos deportivos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84192-C7A5-4F84-9B1E-ADC8090B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B5C8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B5C8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C8BC"/>
                </a:solidFill>
                <a:latin typeface="Arial"/>
                <a:ea typeface="Arial"/>
                <a:cs typeface="Arial"/>
              </a:rPr>
              <a:t>De los equipos y el fixture a la programación de cada encuentro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59CD8-C6BE-4DE6-9E92-4C4068D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80962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33339-1E7C-41AA-9130-9FB55AA3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Elio Albornoz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C65E9-A30C-437F-9F0E-D4D45C2B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81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Tomás Diez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C7ECC-EF0E-45C0-A915-EAED5677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81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Néstor Gribaudo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16A24-41FD-4E0D-AA38-5BE16420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293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A8B9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8B9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B9B0"/>
                </a:solidFill>
                <a:latin typeface="Arial"/>
                <a:ea typeface="Arial"/>
                <a:cs typeface="Arial"/>
              </a:rPr>
              <a:t>Desarrollo de Software  ·  2°1  ·  Prof. Diego Serván</a:t>
            </a:r>
          </a:p>
        </p:txBody>
      </p:sp>
    </p:spTree>
    <p:extLst>
      <p:ext uri="{BB962C8B-B14F-4D97-AF65-F5344CB8AC3E}">
        <p14:creationId xmlns:p14="http://schemas.microsoft.com/office/powerpoint/2010/main" val="474300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53951A8A-34EA-4C68-B147-BC59C57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La organización manual multiplica errores y demoras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7D6B1-BC0A-454F-9797-579ADCDC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A84F0-D896-49D7-A72B-67A4C0A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CD9C-4E13-4A33-BF46-9279B8E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D5560-2665-450F-9736-F01E286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Planillas, mensajes y cambios de último momento mantienen la información dispersa.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CCC3-FDD0-414B-8028-F804C1FE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La entrevista de relevamiento pidió centralizar la gestión en una única plataforma.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F226A-55AB-4AFE-8BF0-90490883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2857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4458D-E4C2-493C-AADB-BCE0FED6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Fixture desactualizado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A96F1-C6FC-4622-8FAD-56465F4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Un cambio obliga a avisar y corregir varios registros.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F8F09-C21D-4FE7-811E-B99F8691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36C76-EE56-4949-859B-82B57A1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Cálculos manuales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9A869-25A0-472C-92B1-B107EDF1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Puntos, goles y desempates quedan expuestos a inconsistencias.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7DDCB-AF4A-4AFF-BE62-FC73B615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A2022-1DFD-496F-B1F2-FE391251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Imprevistos difíciles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45C93-E3C5-4023-8A25-90C753C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Una baja de equipo puede alterar la competencia y sus resultados.</a:t>
            </a:r>
          </a:p>
        </p:txBody>
      </p:sp>
    </p:spTree>
    <p:extLst>
      <p:ext uri="{BB962C8B-B14F-4D97-AF65-F5344CB8AC3E}">
        <p14:creationId xmlns:p14="http://schemas.microsoft.com/office/powerpoint/2010/main" val="1656559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">
            <a:extLst xmlns:a="http://schemas.openxmlformats.org/drawingml/2006/main">
              <a:ext uri="{FF2B5EF4-FFF2-40B4-BE49-F238E27FC236}">
                <a16:creationId xmlns:a16="http://schemas.microsoft.com/office/drawing/2014/main" id="{6A2F41B7-A50B-4115-95E8-20BE6BED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Global League organiza la competencia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B85F7-06A3-4F6C-910A-AB38E74E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CC7B5-0C33-4A5F-A2E5-D3BBC55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0C778-C68E-4043-AF18-B1E4851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049C8-DD12-4D2F-95B2-1DFCF016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Global League reúne la gestión del torneo, los equipos, el fixture y la agenda en una aplicación web.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474D3-D897-4DB9-97E8-A236C2C8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El diferencial práctico es vincular cada partido con su fecha, horario y cancha: la programación forma parte del mismo flujo.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CCD41-9073-4B1C-8EA8-5F7750CC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762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7F1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9E9C2-5D48-42EB-BA1E-A0AD6D6E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62325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FÚTBOL  ·  BÁSQUET</a:t>
            </a:r>
          </a:p>
          <a:p xmlns:a="http://schemas.openxmlformats.org/drawingml/2006/main">
            <a:pPr algn="ctr">
              <a:defRPr sz="18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VÓLEY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A3506-D050-41AA-96BB-64079873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9175"/>
            <a:ext cx="1032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B23BD-3BC6-498B-9AA2-D40431B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La solución reduce la coordinación repetida y ayuda a mantener los datos operativos en un solo lugar.</a:t>
            </a:r>
          </a:p>
        </p:txBody>
      </p:sp>
    </p:spTree>
    <p:extLst>
      <p:ext uri="{BB962C8B-B14F-4D97-AF65-F5344CB8AC3E}">
        <p14:creationId xmlns:p14="http://schemas.microsoft.com/office/powerpoint/2010/main" val="1991650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4">
            <a:extLst xmlns:a="http://schemas.openxmlformats.org/drawingml/2006/main">
              <a:ext uri="{FF2B5EF4-FFF2-40B4-BE49-F238E27FC236}">
                <a16:creationId xmlns:a16="http://schemas.microsoft.com/office/drawing/2014/main" id="{52C6AD06-8E4B-4DC0-9617-0827BE02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Pestañas principales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B51C4-DF91-4098-A50C-3F98B62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49968-0CD2-4182-96CE-F4C4AEDC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1D3C3-CC7B-4DCF-AD88-A876FB94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4F6FA-F692-46BF-ADEF-0630AB28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NAVEGACIÓN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8FC4-11FB-49FF-9CD8-DFCF1420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71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BCFA7-10C0-4AD0-B6E5-EE018125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Resumen de torneos y próximos partidos.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35CCD-94CE-4838-A2CB-A0D3A191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Torneos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BB862-C872-4F4C-8363-7A396837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907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Crear, filtrar y consultar competencias y fixtures.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F984E-8104-45B0-BA54-49BB1F80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Equipos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D870A-6C2D-4A89-B26C-D6BD6BF7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Registrar equipos, jugadores y capitán.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4E35F-DEEF-4B84-8F39-ED77C814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Estadísticas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07D9B-CFC0-4551-8C04-F8E68477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Acceso al historial deportivo; sección inicial.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13236-866D-4E4A-BDE4-2D9A52C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Árbitros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1AE94-7B05-41EC-8587-ED26598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Listado y formulario de alta; integración en evolución.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A75DE-88E2-4F52-A907-86B93A88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958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Calendario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A7269-50E6-4B64-98E8-7C89131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14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Programar encuentros y asociar canchas.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559A5-0EE4-412F-ABAB-5729383D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El ingreso al sistema se realiza desde las pantallas de Inicio de sesión y Registro.</a:t>
            </a:r>
          </a:p>
        </p:txBody>
      </p:sp>
    </p:spTree>
    <p:extLst>
      <p:ext uri="{BB962C8B-B14F-4D97-AF65-F5344CB8AC3E}">
        <p14:creationId xmlns:p14="http://schemas.microsoft.com/office/powerpoint/2010/main" val="163009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5">
            <a:extLst xmlns:a="http://schemas.openxmlformats.org/drawingml/2006/main">
              <a:ext uri="{FF2B5EF4-FFF2-40B4-BE49-F238E27FC236}">
                <a16:creationId xmlns:a16="http://schemas.microsoft.com/office/drawing/2014/main" id="{AD700443-51AE-48D8-9BBA-DC84A76D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Flujo del software: del equipo al partido programado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480A-A7AF-49E3-B076-1772647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C9512-C481-4199-9F06-6D528DAE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6D9B5-36B8-4CD9-8F23-391750D5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46225-0455-41CF-9EF5-1FEFB8BA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E5BB7-DCF8-4F51-9C3E-2814E98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Acceder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A94D4-D3A5-474E-8F92-3A3A0BE5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Iniciar sesión o crear una cuenta.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711B2-EC1C-43D5-B735-4F129E82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76500"/>
            <a:ext cx="24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55CAB-243A-4407-82BA-029BC024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24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E6B59-55DE-424E-A698-8D0C8FCE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Cargar equipos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C65D8-247A-4D7F-BC8E-8CCCFA3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Registrar planteles y jugadores.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1803E-904B-4DE4-90E7-850CF19B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76500"/>
            <a:ext cx="24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EE0A4-19DA-4634-BDF3-3CA319B8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F8674-9BC1-4F8D-9548-F1A765B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Configurar torneo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29753-CC1F-4688-9073-280131F5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Definir formato y seleccionar equipos.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86093-6013-42F4-BAA8-D16CB75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24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02483-5081-4816-B60F-9DD0E0B9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21979-56F5-4C6A-AB7A-DBEC73D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Generar fixture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095D9-B418-432C-B601-68169A9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Crear jornadas o rondas automáticamente.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3BFFE-F942-4595-B0FA-04403AE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24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C91C4-E493-4B87-AA16-D2482F79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B43E6-3C63-4EAF-84C9-CF35A70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0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Programar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5DF99-A773-4BBA-85F9-D587089E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Asignar fecha, horario y cancha.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539AA-B9D5-4011-930F-3CE6452C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24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ED4BB-4F0A-4F01-AFC8-B1B824C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24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26737-BC61-4EDB-82EE-DDE47F7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00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Consultar agenda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29682-20DB-474C-9FB1-8B1A3EE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Seguir los encuentros desde Calendario.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43ED2-3119-4B0F-B638-CD31855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1CF6A-2EDC-43B3-AE28-E9B0414B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B251D"/>
                </a:solidFill>
                <a:latin typeface="Arial"/>
                <a:ea typeface="Arial"/>
                <a:cs typeface="Arial"/>
              </a:rPr>
              <a:t>Un mismo recorrido conserva el vínculo entre torneo, participantes, cruces y disponibilidad de la sede.</a:t>
            </a:r>
          </a:p>
        </p:txBody>
      </p:sp>
    </p:spTree>
    <p:extLst>
      <p:ext uri="{BB962C8B-B14F-4D97-AF65-F5344CB8AC3E}">
        <p14:creationId xmlns:p14="http://schemas.microsoft.com/office/powerpoint/2010/main" val="1713586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6">
            <a:extLst xmlns:a="http://schemas.openxmlformats.org/drawingml/2006/main">
              <a:ext uri="{FF2B5EF4-FFF2-40B4-BE49-F238E27FC236}">
                <a16:creationId xmlns:a16="http://schemas.microsoft.com/office/drawing/2014/main" id="{8A41CF8F-7D00-4012-B206-0025826B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Dos formatos de fixture, según la competencia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65D9B-5FF8-4761-8819-A8AD5DF2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F48D3-B65D-4810-8775-980AFEC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36663-D788-4DD2-8B7A-ADF6AD5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5A689-CDD0-44D1-81FE-3C6A84EB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LIGA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0CC36-98AE-431E-BFA3-9274BD13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Todos contra todos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6E2D0-42C1-4478-9B2A-AC3A6C9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Jornada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21070-6C9E-4965-B9C5-629130D9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A – D   ·   B –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9CE1D-C564-4652-8179-8530B972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Jornada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6EEB4-D75C-4FEF-8102-9E8EBBD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861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A – C   ·   D –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1EC2F-9B36-47EB-94C2-502A9F09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Jornada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384D4-A31A-4768-A303-7A60A0D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A – B   ·   C – 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AE7E2-D44F-4414-BF3D-859A3888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AA640-FCA4-431C-BCA8-F8CF454F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621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ELIMINACIÓN DIRECTA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81EAE-CE9C-4F25-AC7F-9C4BD5F5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Cada ronda define quién avanza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35B85-E6AB-4175-BADE-BFE2592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90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9E718-F58C-41BF-93C3-73E277A5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Cuartos de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F2689-AE15-4C60-8208-2A5A2675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8 equipos → 4 avanzan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19CDB-2F6E-4673-921E-5767EA6A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CB56F-3FA7-41E6-BB9A-9986C6C9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861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Semifinal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34268-9725-4562-88FD-CA273BF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861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4 equipos → 2 avanzan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47816-F15E-4383-BA9A-EBE577A1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1FB06-0B30-4919-90D4-BB80E79F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20AF6-FE95-4C61-89B5-D6B1C437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814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2 equipos → campeón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C21D3-AA38-4171-9E27-5BE560EC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En cuadros incompletos, el sistema contempla pases libres.</a:t>
            </a:r>
          </a:p>
        </p:txBody>
      </p:sp>
    </p:spTree>
    <p:extLst>
      <p:ext uri="{BB962C8B-B14F-4D97-AF65-F5344CB8AC3E}">
        <p14:creationId xmlns:p14="http://schemas.microsoft.com/office/powerpoint/2010/main" val="1921252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E7D0C40B-CA3D-42C3-877E-9AF1394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Ventajas para quienes organizan y participan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398A8-2812-42D7-8343-FFCF4826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18515-389F-4CEF-9979-40E1BAD1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2A3C6-A4D3-4DE2-9629-77B9716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E56E6-5BBF-4047-8ED7-19C97D98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El beneficio no es solo guardar datos: es relacionarlos para tomar decisiones con menos pasos.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CD3F5-E762-4D32-8C6B-8C1B668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1000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1D"/>
                </a:solidFill>
                <a:latin typeface="Arial"/>
                <a:ea typeface="Arial"/>
                <a:cs typeface="Arial"/>
              </a:rPr>
              <a:t>Centraliza torneos, equipos, planteles, partidos y sedes.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1D"/>
                </a:solidFill>
                <a:latin typeface="Arial"/>
                <a:ea typeface="Arial"/>
                <a:cs typeface="Arial"/>
              </a:rPr>
              <a:t>Genera el fixture según liga o eliminación directa.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1D"/>
                </a:solidFill>
                <a:latin typeface="Arial"/>
                <a:ea typeface="Arial"/>
                <a:cs typeface="Arial"/>
              </a:rPr>
              <a:t>Conecta la agenda con las canchas y permite reprogramar encuentros.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31D"/>
                </a:solidFill>
                <a:latin typeface="Arial"/>
                <a:ea typeface="Arial"/>
                <a:cs typeface="Arial"/>
              </a:rPr>
              <a:t>Facilita revisar cambios desde una misma aplicación web.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0EB90-8D63-4AC3-AF39-9E63C71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Ventaja clave: torneo, fixture y programación se gestionan dentro del mismo recorrido.</a:t>
            </a:r>
          </a:p>
        </p:txBody>
      </p:sp>
    </p:spTree>
    <p:extLst>
      <p:ext uri="{BB962C8B-B14F-4D97-AF65-F5344CB8AC3E}">
        <p14:creationId xmlns:p14="http://schemas.microsoft.com/office/powerpoint/2010/main" val="2056636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36C9E917-2822-49C0-8F5E-CD9CA4C8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Herramientas y arquitectura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46468-E495-407C-85BB-181B571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21B03-BB01-4F73-8A51-87DF21E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54C81-9FCC-495A-B501-8C308EFE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2169B-B9C6-44D8-AC0E-67E07DD1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INTERFAZ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4AB77-8EDE-4B17-95B0-AA862C0F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React</a:t>
            </a:r>
          </a:p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Tailwind CSS</a:t>
            </a:r>
          </a:p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8AE36-82A0-491C-BF48-3E7A96FC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146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C39E5-1A17-488C-AF36-C8638B86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81E7F-A502-434C-A318-E3EF81B5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Node.js</a:t>
            </a:r>
          </a:p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Express</a:t>
            </a:r>
          </a:p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REST /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1A70E-AC12-48BE-8C80-D34F0D7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8D83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1D246-D66C-4D27-A9B8-4E33A2E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B32FA-7647-40E1-8A3D-48F63A16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MySQL</a:t>
            </a:r>
          </a:p>
          <a:p xmlns:a="http://schemas.openxmlformats.org/drawingml/2006/main">
            <a:pPr algn="l">
              <a:defRPr sz="2175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Modelo relacional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AF1E0-6F55-4FB8-99E4-5B1A8B3C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B9A22-476D-4100-9A2D-83BC815D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8675F"/>
                </a:solidFill>
                <a:latin typeface="Arial"/>
                <a:ea typeface="Arial"/>
                <a:cs typeface="Arial"/>
              </a:rPr>
              <a:t>Trabajo y coordinación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AE9B9-CF35-4D37-8325-59BB484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B251D"/>
                </a:solidFill>
                <a:latin typeface="Arial"/>
                <a:ea typeface="Arial"/>
                <a:cs typeface="Arial"/>
              </a:rPr>
              <a:t>VS Code + GitHub Copilot     ·     Git / GitHub     ·     Jira (Scrum)</a:t>
            </a:r>
          </a:p>
        </p:txBody>
      </p:sp>
    </p:spTree>
    <p:extLst>
      <p:ext uri="{BB962C8B-B14F-4D97-AF65-F5344CB8AC3E}">
        <p14:creationId xmlns:p14="http://schemas.microsoft.com/office/powerpoint/2010/main" val="1338873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9">
            <a:extLst xmlns:a="http://schemas.openxmlformats.org/drawingml/2006/main">
              <a:ext uri="{FF2B5EF4-FFF2-40B4-BE49-F238E27FC236}">
                <a16:creationId xmlns:a16="http://schemas.microsoft.com/office/drawing/2014/main" id="{36572B9C-F3B6-4E9C-956A-7BE05F48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Scrum organizó el trabajo en tres sprints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1C47A-9357-4347-AE8F-4470BB2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4F71E-6FB5-450D-9314-2FBD3F72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4225A-E595-41B1-A659-E7F20A8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CA981-3DEE-4AA2-B551-C49F5C7D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9E211-B42B-4951-93D7-8C4114BF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Base e inscripciones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0A482-3016-4CD4-9C16-A0F9A77D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Acceso · equipos · jugadores · modelo inicial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0B449-C231-4E89-B503-E3C4F9AD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81150"/>
            <a:ext cx="19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A74DB-C2C6-4983-A718-48E96F6D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82608-57A0-462F-AABE-E5926ABB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Fixtures y asignación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7AF5B-8399-46B2-B481-107ACB6D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Formatos · calendario · programación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ED28D-D78C-4EE5-AAB9-7C50847D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81150"/>
            <a:ext cx="19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921B1-7C59-41AF-BBF9-58D268B5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B1273-FFB2-46AE-BB6F-F163F0CF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Partidos y 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AE57B-15C3-40C5-A99D-13F4AC3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Actas · posiciones · revisión de calidad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D88B7-9D3B-466F-8953-40160A45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Sprints planificados de 4 semanas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556A5-7201-44BB-A625-0BAF16A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01B0B-E510-4296-B714-7C26C0C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Elio Albornoz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C99D-40FF-42DC-9EFB-21E6E72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Frontend · QA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5F3D59-A053-49F8-9D4F-176B19C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Tomás Diez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FA6AE-ABD7-4807-8903-6CD5EB35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76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Backend · arquitectura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1EEF7-59D0-4A7A-A480-C181596F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51D"/>
                </a:solidFill>
                <a:latin typeface="Arial"/>
                <a:ea typeface="Arial"/>
                <a:cs typeface="Arial"/>
              </a:rPr>
              <a:t>Néstor Gribaudo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DF5C9-E33E-4C9C-B450-B810430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76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Base de datos · QA</a:t>
            </a:r>
          </a:p>
        </p:txBody>
      </p:sp>
    </p:spTree>
    <p:extLst>
      <p:ext uri="{BB962C8B-B14F-4D97-AF65-F5344CB8AC3E}">
        <p14:creationId xmlns:p14="http://schemas.microsoft.com/office/powerpoint/2010/main" val="1486617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0">
            <a:extLst xmlns:a="http://schemas.openxmlformats.org/drawingml/2006/main">
              <a:ext uri="{FF2B5EF4-FFF2-40B4-BE49-F238E27FC236}">
                <a16:creationId xmlns:a16="http://schemas.microsoft.com/office/drawing/2014/main" id="{1023E794-E7DB-40A6-816C-500808E7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31D"/>
                </a:solidFill>
                <a:latin typeface="Arial"/>
                <a:ea typeface="Arial"/>
                <a:cs typeface="Arial"/>
              </a:rPr>
              <a:t>Estado actual y evolución del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0FBFA-6301-48B6-9394-CC6BEE5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AD1D2-F14F-49A1-B05F-2079D109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GLOBAL LEAGUE  ·  DEFENSA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90242-6F30-44BC-8181-2E39DE63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8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7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3713F-B303-4474-AEB5-92359E47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05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056"/>
                </a:solidFill>
                <a:latin typeface="Arial"/>
                <a:ea typeface="Arial"/>
                <a:cs typeface="Arial"/>
              </a:rPr>
              <a:t>DISPONIBLE EN LA APLICACIÓN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A5BED-014C-465F-BA66-D2ED021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859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6F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83"/>
                </a:solidFill>
                <a:latin typeface="Arial"/>
                <a:ea typeface="Arial"/>
                <a:cs typeface="Arial"/>
              </a:rPr>
              <a:t>SIGUIENTE INCREMENTO DOCUMENTADO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7CE0E-35B7-4C7B-B0D3-EF2D9CB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953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Acceso y gestión de equipos con jugadores.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Creación y consulta de torneos.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Fixture de liga y eliminación directa.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Calendario, alta de canchas y programación de partidos.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E3103-965C-4C1E-9F96-DDB16005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5048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Completar actas, resultados y posiciones automáticas.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Profundizar Árbitros y Estadísticas, hoy con vistas iniciales.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575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1D"/>
                </a:solidFill>
                <a:latin typeface="Arial"/>
                <a:ea typeface="Arial"/>
                <a:cs typeface="Arial"/>
              </a:rPr>
              <a:t>Incorporar sanciones, bajas de equipos y notificaciones.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FC6D6-5662-4862-B94F-DF85D4EB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09545-B712-401E-85DF-72A9E7E7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3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31D"/>
                </a:solidFill>
                <a:latin typeface="Arial"/>
                <a:ea typeface="Arial"/>
                <a:cs typeface="Arial"/>
              </a:rPr>
              <a:t>Esta distinción permite presentar con claridad lo que ya se puede mostrar y el crecimiento previsto en la memoria.</a:t>
            </a:r>
          </a:p>
        </p:txBody>
      </p:sp>
    </p:spTree>
    <p:extLst>
      <p:ext uri="{BB962C8B-B14F-4D97-AF65-F5344CB8AC3E}">
        <p14:creationId xmlns:p14="http://schemas.microsoft.com/office/powerpoint/2010/main" val="1329182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1">
            <a:extLst xmlns:a="http://schemas.openxmlformats.org/drawingml/2006/main">
              <a:ext uri="{FF2B5EF4-FFF2-40B4-BE49-F238E27FC236}">
                <a16:creationId xmlns:a16="http://schemas.microsoft.com/office/drawing/2014/main" id="{61539741-CFB4-41BE-8A49-0DF441E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conectada para organizar torneos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2F51A-69AC-4E71-8A87-7010A1F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F2A88-6A9D-4D7E-B6CC-131DBF36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009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Centralizar la gestión permite reducir tareas dispersas, ordenar la programación y sostener un seguimiento común de la competencia.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99154-D313-4F75-9C42-8AA978A8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B8D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B8D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D83D"/>
                </a:solidFill>
                <a:latin typeface="Arial"/>
                <a:ea typeface="Arial"/>
                <a:cs typeface="Arial"/>
              </a:rPr>
              <a:t>Equipos  ·  Torneos  ·  Fixture  ·  Calendario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F186C-BF85-49D3-89D8-D195D2D9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98107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D55D0-4AA7-4401-B71B-A0A82C1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E2EC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E2ECE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2ECE5"/>
                </a:solidFill>
                <a:latin typeface="Arial"/>
                <a:ea typeface="Arial"/>
                <a:cs typeface="Arial"/>
              </a:rPr>
              <a:t>Elio Albornoz  ·  Tomás Diez  ·  Néstor Gribaudo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9BAA8-6149-4FA0-A677-D97835FE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Gracias  ·  Preguntas</a:t>
            </a:r>
          </a:p>
        </p:txBody>
      </p:sp>
    </p:spTree>
    <p:extLst>
      <p:ext uri="{BB962C8B-B14F-4D97-AF65-F5344CB8AC3E}">
        <p14:creationId xmlns:p14="http://schemas.microsoft.com/office/powerpoint/2010/main" val="1224817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2026-10-08T00:27:34.2500000Z</dcterms:created>
  <dcterms:modified xsi:type="dcterms:W3CDTF">2026-10-08T00:27:34.2500000Z</dcterms:modified>
</coreProperties>
</file>